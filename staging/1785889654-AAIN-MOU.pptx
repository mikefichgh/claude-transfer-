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le pôle n’est pas présenté comme un projet énergétique mais comme le campus rural qui manque à l’incubation africaine. La proposition au réseau AAIN est annoncée dès la première diapositive ; la signature, elle, n’arrive qu’à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vu de l’incubateur : ses entrepreneurs sont ruraux, son infrastructure est urbaine. Le dernier kilomètre de l’incubation est matériel, pas programmatique.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L’offre : six fonctions d’incubation servies par le pôle, du prototypage à la bancarisation des diplômés. La ligne du bas est la division du travail — et le cœur du MOU.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crédibilité : un seul groupe, ancré au Burundi — énergie en exploitation, agro-industrie en marche, exécution locale en interne. Le socle sur lequel l’AAIN peut poser ses programmes.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en trois colonnes : les apports de l’AAIN, les nôtres, et ce que l’ensemble produit. La réplication passe par le réseau continental de l’AAIN — c’est l’argument d’échelle.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MOU en quatre piliers, calé sur le moment prévu par l’agenda : la « Signature des cadres de coopération » de la cérémonie de clôture de jeudi. Non contraignant : la friction pour signer en 48 heures est minimale.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révélation de clôture : la première pierre est posée, le chantier est réel. La demande tient en trois mots — signons jeudi — adossée au créneau officiel de la cérémonie de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hub is framed not as an energy project but as the rural campus African incubation is missing. The proposal to the AAIN network is announced on slide one; the signature only arrives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seen from the incubator’s side: its entrepreneurs are rural, its infrastructure is urban. The last mile of incubation is physical, not programmatic.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offer: six incubation functions served by the hub, from prototyping to bankable graduates. The bottom line is the division of labour — and the heart of the MOU.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Credibility: one group, anchored in Burundi — energy in operation, agro-industry in motion, local execution in-house. The base on which AAIN can set its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in three columns: what AAIN brings, what we bring, and what the whole produces. Replication runs through AAIN’s continental network — that is the scale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MOU in four pillars, timed to the slot the agenda already provides: the “Signing of the Cooperation Frameworks” at Thursday’s closing ceremony. Non-binding: minimal friction to sign within 48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reveal: ground is broken, the site is real. The ask is three words — let’s sign Thursday — anchored to the official closing-ceremony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8001000" cy="969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spc="2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GIGAWATT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01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spc="35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POWER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7863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F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 flipH="1">
            <a:off x="10076688" y="786384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5792" y="475488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7" name="Image 0" descr="assets/wh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63093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78902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8006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fauc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454" y="1207008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flipH="1">
            <a:off x="9078902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68006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mot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454" y="235915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76688" y="1938528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765792" y="2779776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935224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76688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0763578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9" name="Image 4" descr="assets/gr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9026" y="2359152"/>
            <a:ext cx="310896" cy="31089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 flipH="1">
            <a:off x="10076688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763578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22" name="Image 5" descr="assets/healt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026" y="1207008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19488" y="1481328"/>
            <a:ext cx="914400" cy="914400"/>
          </a:xfrm>
          <a:prstGeom prst="ellipse">
            <a:avLst/>
          </a:prstGeom>
          <a:solidFill>
            <a:srgbClr val="B07A1E"/>
          </a:solidFill>
          <a:ln/>
        </p:spPr>
      </p:sp>
      <p:pic>
        <p:nvPicPr>
          <p:cNvPr id="24" name="Image 6" descr="assets/bo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170992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2487168"/>
            <a:ext cx="78638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AAICE 2026  ·  PROPOSITION AU RÉSEAU AAIN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40080" y="2798064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campus rural de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l’incubation africaine</a:t>
            </a:r>
            <a:endParaRPr lang="en-US" sz="3800" dirty="0"/>
          </a:p>
        </p:txBody>
      </p:sp>
      <p:sp>
        <p:nvSpPr>
          <p:cNvPr id="27" name="Text 18"/>
          <p:cNvSpPr/>
          <p:nvPr/>
        </p:nvSpPr>
        <p:spPr>
          <a:xfrm>
            <a:off x="640080" y="407822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proposition de partenariat aux incubateurs et accélérateurs du réseau AAIN — l’infrastructure qui amène l’incubation là où vivent les agripreneurs.</a:t>
            </a:r>
            <a:endParaRPr lang="en-US" sz="1550" dirty="0"/>
          </a:p>
        </p:txBody>
      </p:sp>
      <p:sp>
        <p:nvSpPr>
          <p:cNvPr id="28" name="Shape 19"/>
          <p:cNvSpPr/>
          <p:nvPr/>
        </p:nvSpPr>
        <p:spPr>
          <a:xfrm>
            <a:off x="640080" y="4754880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29" name="Image 7" descr="assets/a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828032"/>
            <a:ext cx="512064" cy="51206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444752" y="4754880"/>
            <a:ext cx="6903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 PROPOSÉ — AAIN  ×  GIGAWATT PURE POWER PROGRAM</a:t>
            </a:r>
            <a:endParaRPr lang="en-US" sz="1350" dirty="0"/>
          </a:p>
        </p:txBody>
      </p:sp>
      <p:sp>
        <p:nvSpPr>
          <p:cNvPr id="31" name="Shape 21"/>
          <p:cNvSpPr/>
          <p:nvPr/>
        </p:nvSpPr>
        <p:spPr>
          <a:xfrm>
            <a:off x="3438144" y="5541264"/>
            <a:ext cx="5312664" cy="12070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8" descr="bn_art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5577840"/>
            <a:ext cx="5239512" cy="1133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L’incubation s’arrête là où s’arrête le courant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F8F1E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emplois sont agricoles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et les agripreneurs sont ruraux, pas urbains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310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6742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6742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d’électricité en milieu rural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742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ni froid, ni transformation, ni prototypage possibles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1928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9360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production perdue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9360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problème n°1 que combattent vos incubés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00016"/>
            <a:ext cx="10287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incubateurs sont en ville ; les agripreneurs sont aux champs. Le dernier kilomètre de l’incubation n’est pas un programme — c’est une infrastructure : énergie, froid, eau, connectivité, équipements. Le marché agroalimentaire africain de 1 000 Md$ d’ici 2030 (Banque mondiale) se gagnera là où ces éléments existent.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× AAIN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campus d’incubation clé en main — déjà sous tension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pôle met à la disposition des incubateurs et de leurs cohortes 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whe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688" y="1946392"/>
            <a:ext cx="350032" cy="350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Prototyper &amp; transformer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 d’équipements : mouture, décorticage, pressage, séchage, froid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310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8513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assets/fauce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868" y="1946392"/>
            <a:ext cx="350032" cy="350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922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Démontrer en conditions réelles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3085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irrigué, maraîchage, aquaculture — unités de démonstration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1928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131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assets/grad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048" y="1946392"/>
            <a:ext cx="350032" cy="350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&amp; connecter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5703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Salles de télé-éducation, Starlink, outils d’IA — cursus accrédités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5895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asset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88" y="4278112"/>
            <a:ext cx="350032" cy="350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bancable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PAYGo, ventes et usages — des diplômés lisibles par les financeurs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9310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513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assets/moto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868" y="4278112"/>
            <a:ext cx="350032" cy="350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922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Accéder au marché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3085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Tricycles électriques, agrégation, chaîne du froid jusqu’au marché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1928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21131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assets/hub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048" y="4278112"/>
            <a:ext cx="350032" cy="350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Héberger des cohortes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25703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Co-implantation des programmes membres — ateliers, bureaux, terrain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66928" y="62544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opérons l’infrastructure, la logistique et la gestion — vous opérez l’incubation.</a:t>
            </a:r>
            <a:endParaRPr lang="en-US" sz="1550" dirty="0"/>
          </a:p>
        </p:txBody>
      </p:sp>
      <p:sp>
        <p:nvSpPr>
          <p:cNvPr id="35" name="Shape 27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× AAIN · PURE Power Program · AAICE 2026 · Bujumbura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groupe ancré au Burundi — une capacité déjà à l’œuvre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35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fla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558503"/>
            <a:ext cx="339425" cy="339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28016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sites pilotes concédés par le Ministère de l’Énergie — la rampe du déploiement national, avec l’endossement du Ministre et une feuille de route active avec le comité désigné par le Gouvernement.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2395728"/>
            <a:ext cx="11055096" cy="4059936"/>
          </a:xfrm>
          <a:prstGeom prst="roundRect">
            <a:avLst>
              <a:gd name="adj" fmla="val 1351"/>
            </a:avLst>
          </a:prstGeom>
          <a:solidFill>
            <a:srgbClr val="13315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5786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SOCLE OPÉRATIONNEL — UN SEUL GROUPE, DES CAPACITÉS BURUNDAISES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0976" y="3090672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7" y="32113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99923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 dirigeante et opérationnelle a développé — et continue d’assurer la gestion de — la centrale solaire de Mubuga (7,5 MW), première IPP solaire du pays (CAE de 25 ans, ~20 restants), au sein d’un portefeuille IPP en développement.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50976" y="4133088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wh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425378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41648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Agro-industrie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d’huile d’avocat au sein de notre consortium — le gisement de déchets du réseau : ~800 t/jour de résidus alimentent la valorisation énergétique ; biodigesteurs et biogaz pilotes déjà en cours.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950976" y="5175504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tool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7" y="5296205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5084064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 locale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exploitation, logistique et hydroélectricité portées par les équipes et les capacités industrielles burundaises du groupe.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32688" y="6108192"/>
            <a:ext cx="1033272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32688" y="6163056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faisons ce que nous faisons le mieux — pour que chaque partenaire fasse ce qu’il fait le mieux.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× AAIN · PURE Power Program · AAICE 2026 · Bujumbura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partenariat met en mouvement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EEF4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L’AAIN APPORTE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La méthodologie « incubating incubators »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Les cohortes et programmes des membres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Mentors et experts sectoriels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158 universités affiliées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L’AASIA et le partenariat technique avec l’Union africaine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9310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F8F1E4"/>
          </a:solidFill>
          <a:ln/>
        </p:spPr>
      </p:sp>
      <p:sp>
        <p:nvSpPr>
          <p:cNvPr id="7" name="Text 5"/>
          <p:cNvSpPr/>
          <p:nvPr/>
        </p:nvSpPr>
        <p:spPr>
          <a:xfrm>
            <a:off x="454914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APPORTONS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4914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L’énergie fiable et les équipements productifs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Les sites, la logistique, la gestion et l’exploitation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Les données d’usage et de paiement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L’ancrage FAO systèmes alimentaires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Des pôles pilotes au déploiement national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1928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7532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Des campus ruraux d’incubation au Burundi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La formation par les deux voies — au pôle et par la télé-éducation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Les jeunes et les femmes d’abord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Un modèle réplicable à travers le réseau continental de l’AAIN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 fait ce qu’il fait le mieux.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× AAIN · PURE Power Program · AAICE 2026 · Bujumbura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de coopération — prêt à signer à la clôture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11055096" cy="676656"/>
          </a:xfrm>
          <a:prstGeom prst="roundRect">
            <a:avLst>
              <a:gd name="adj" fmla="val 6757"/>
            </a:avLst>
          </a:prstGeom>
          <a:solidFill>
            <a:srgbClr val="B07A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25296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: SIGNATURE JEUDI 6 AOÛT, CÉRÉMONIE DE CLÔTURE — « SIGNING OF THE COOPERATION FRAMEWORKS 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49424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Sites d’incubation ruraux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pôles accueillent les cohortes et les programmes des membres AAIN au Burundi — co-implantation dès les pilotes.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58484" y="2084832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9" name="Text 7"/>
          <p:cNvSpPr/>
          <p:nvPr/>
        </p:nvSpPr>
        <p:spPr>
          <a:xfrm>
            <a:off x="6432804" y="2249424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Programme conjoint sous l’AASIA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2804" y="2706624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pôles comme campus de déploiement du programme continental lancé à l’AAICE 2026.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4023360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187952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Formation co-conçue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4645152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Cursus par les deux voies — au pôle, sur les équipements, et par la télé-éducation accréditée avec les universités.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8484" y="4023360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32804" y="4187952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Cadre de réplication continental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32804" y="4645152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Burundi au réseau AAIN — un modèle de campus documenté, mesuré, transférable.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608990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non contraignant, précisé ensuite par des accords d’exécution — signable en l’état jeudi.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× AAIN · PURE Power Program · AAICE 2026 · Bujumbura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 concept —</a:t>
            </a:r>
            <a:endParaRPr lang="en-US" sz="30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chantier.</a:t>
            </a:r>
            <a:endParaRPr lang="en-US" sz="30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Signons jeudi.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139696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campus est en construction. Le cadre de coopération est prêt. Rendez-vous à la cérémonie de clôture.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3145536"/>
            <a:ext cx="859536" cy="8595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a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236976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056" y="3255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de coopération proposé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91056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AAIN × Gigawatt PURE Power Program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4224528"/>
            <a:ext cx="4617720" cy="1517904"/>
          </a:xfrm>
          <a:prstGeom prst="roundRect">
            <a:avLst>
              <a:gd name="adj" fmla="val 3012"/>
            </a:avLst>
          </a:prstGeom>
          <a:solidFill>
            <a:srgbClr val="1D437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89120"/>
            <a:ext cx="41605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CLÔTURE — JEUDI 6 AOÛT, 12 H 30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773168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 du programme continental AASIA · signature des cadres de coopération · communiqué de l’AAICE 2026.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13248" y="512064"/>
            <a:ext cx="6263640" cy="585216"/>
          </a:xfrm>
          <a:prstGeom prst="roundRect">
            <a:avLst>
              <a:gd name="adj" fmla="val 7813"/>
            </a:avLst>
          </a:prstGeom>
          <a:solidFill>
            <a:srgbClr val="B07A1E"/>
          </a:solidFill>
          <a:ln/>
        </p:spPr>
      </p:sp>
      <p:sp>
        <p:nvSpPr>
          <p:cNvPr id="12" name="Text 9"/>
          <p:cNvSpPr/>
          <p:nvPr/>
        </p:nvSpPr>
        <p:spPr>
          <a:xfrm>
            <a:off x="5614416" y="5120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PIERRE POSÉE LE 4 AOÛT 2026 — NYAMUGARI, AUX CÔTÉS DE LA FAO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13248" y="1591056"/>
            <a:ext cx="6263640" cy="4160520"/>
          </a:xfrm>
          <a:prstGeom prst="rect">
            <a:avLst/>
          </a:prstGeom>
          <a:solidFill>
            <a:srgbClr val="1D4370"/>
          </a:solidFill>
          <a:ln/>
        </p:spPr>
      </p:sp>
      <p:pic>
        <p:nvPicPr>
          <p:cNvPr id="14" name="Image 1" descr="gb_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627632"/>
            <a:ext cx="6190488" cy="408371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49824" y="4151376"/>
            <a:ext cx="3977640" cy="1600200"/>
          </a:xfrm>
          <a:prstGeom prst="roundRect">
            <a:avLst>
              <a:gd name="adj" fmla="val 2286"/>
            </a:avLst>
          </a:prstGeom>
          <a:solidFill>
            <a:srgbClr val="1D4370"/>
          </a:solidFill>
          <a:ln/>
        </p:spPr>
      </p:sp>
      <p:sp>
        <p:nvSpPr>
          <p:cNvPr id="16" name="Text 12"/>
          <p:cNvSpPr/>
          <p:nvPr/>
        </p:nvSpPr>
        <p:spPr>
          <a:xfrm>
            <a:off x="5669280" y="427939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Nyamugari (Cankuzo, province de Buhumuza), 4 août 2026 — première pierre du premier pôle agro-énergétique, en présence de M. Dadémanao Pissang Tchangaï, Représentant de la FAO au Burundi, de Michael Fichtenberg (Gigawatt PURE Power Burundi) et du représentant du Gouverneur de Buhumuza.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8001000" cy="969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spc="2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GIGAWATT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01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spc="35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POWER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7863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F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 flipH="1">
            <a:off x="10076688" y="786384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5792" y="475488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7" name="Image 0" descr="assets/wh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63093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78902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8006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fauc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454" y="1207008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flipH="1">
            <a:off x="9078902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68006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mot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454" y="235915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76688" y="1938528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765792" y="2779776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935224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76688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0763578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9" name="Image 4" descr="assets/gr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9026" y="2359152"/>
            <a:ext cx="310896" cy="31089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 flipH="1">
            <a:off x="10076688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763578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22" name="Image 5" descr="assets/healt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026" y="1207008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19488" y="1481328"/>
            <a:ext cx="914400" cy="914400"/>
          </a:xfrm>
          <a:prstGeom prst="ellipse">
            <a:avLst/>
          </a:prstGeom>
          <a:solidFill>
            <a:srgbClr val="B07A1E"/>
          </a:solidFill>
          <a:ln/>
        </p:spPr>
      </p:sp>
      <p:pic>
        <p:nvPicPr>
          <p:cNvPr id="24" name="Image 6" descr="assets/bo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170992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2487168"/>
            <a:ext cx="78638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AAICE 2026  ·  A PROPOSAL TO THE AAIN NETWORK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40080" y="2798064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rural campus of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incubation</a:t>
            </a:r>
            <a:endParaRPr lang="en-US" sz="3800" dirty="0"/>
          </a:p>
        </p:txBody>
      </p:sp>
      <p:sp>
        <p:nvSpPr>
          <p:cNvPr id="27" name="Text 18"/>
          <p:cNvSpPr/>
          <p:nvPr/>
        </p:nvSpPr>
        <p:spPr>
          <a:xfrm>
            <a:off x="640080" y="407822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partnership proposal to the incubators and accelerators of the AAIN network — the infrastructure that brings incubation to where the agripreneurs live.</a:t>
            </a:r>
            <a:endParaRPr lang="en-US" sz="1550" dirty="0"/>
          </a:p>
        </p:txBody>
      </p:sp>
      <p:sp>
        <p:nvSpPr>
          <p:cNvPr id="28" name="Shape 19"/>
          <p:cNvSpPr/>
          <p:nvPr/>
        </p:nvSpPr>
        <p:spPr>
          <a:xfrm>
            <a:off x="640080" y="4754880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29" name="Image 7" descr="assets/a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828032"/>
            <a:ext cx="512064" cy="51206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444752" y="4754880"/>
            <a:ext cx="6903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PARTNERSHIP — AAIN  ×  GIGAWATT PURE POWER PROGRAM</a:t>
            </a:r>
            <a:endParaRPr lang="en-US" sz="1350" dirty="0"/>
          </a:p>
        </p:txBody>
      </p:sp>
      <p:sp>
        <p:nvSpPr>
          <p:cNvPr id="31" name="Shape 21"/>
          <p:cNvSpPr/>
          <p:nvPr/>
        </p:nvSpPr>
        <p:spPr>
          <a:xfrm>
            <a:off x="3438144" y="5541264"/>
            <a:ext cx="5312664" cy="12070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8" descr="bn_art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5577840"/>
            <a:ext cx="5239512" cy="1133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Incubation stops where the power stops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F8F1E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jobs are in agriculture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the agripreneurs are rural, not urban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310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6742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6742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access to electricity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742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cold chain, no processing, no prototyping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1928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9360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production is lost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9360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number-one problem your incubatees fight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00016"/>
            <a:ext cx="10287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Incubators live in the cities; agripreneurs live in the fields. The last mile of incubation is not a program — it is infrastructure: power, cold, water, connectivity, equipment. Africa’s $1 trillion agrifood market by 2030 (World Bank) will be won where those elements exist.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× AAIN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turnkey incubation campus — with the power already 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hub places at the disposal of incubators and their cohorts: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whe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688" y="1946392"/>
            <a:ext cx="350032" cy="350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&amp; process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park: milling, hulling, pressing, drying, cold storage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310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8513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assets/fauce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868" y="1946392"/>
            <a:ext cx="350032" cy="350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922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in real conditions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3085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Irrigated perimeter, market gardening, aquaculture — demo units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19288" y="164592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1312" y="181965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assets/grad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048" y="1946392"/>
            <a:ext cx="350032" cy="350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82880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connect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57032" y="257860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Tele-education rooms, Starlink, AI tools — accredited curricula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5895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asset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88" y="4278112"/>
            <a:ext cx="350032" cy="350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them bankable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PAYGo, sales and usage data — graduates lenders can read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9310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513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assets/moto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868" y="4278112"/>
            <a:ext cx="350032" cy="350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922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market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3085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three-wheelers, aggregation, cold chain to market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19288" y="3977640"/>
            <a:ext cx="3602736" cy="2212848"/>
          </a:xfrm>
          <a:prstGeom prst="roundRect">
            <a:avLst>
              <a:gd name="adj" fmla="val 2066"/>
            </a:avLst>
          </a:prstGeom>
          <a:solidFill>
            <a:srgbClr val="EEF4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211312" y="4151376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assets/hub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048" y="4278112"/>
            <a:ext cx="350032" cy="350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160520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your cohorts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257032" y="4910328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Co-location of member programs — workshops, offices, field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66928" y="62544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the infrastructure, the logistics and the management — you run the incubation.</a:t>
            </a:r>
            <a:endParaRPr lang="en-US" sz="1550" dirty="0"/>
          </a:p>
        </p:txBody>
      </p:sp>
      <p:sp>
        <p:nvSpPr>
          <p:cNvPr id="35" name="Shape 27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× AAIN · PURE Power Program · AAICE 2026 · Bujumbura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anchored in Burundi — capacity already at work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35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fla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558503"/>
            <a:ext cx="339425" cy="339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28016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pilot sites awarded by the Ministry of Energy — the ramp to national roll-out, with the Minister’s endorsement and an active roadmap with the Government’s appointed committee.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2395728"/>
            <a:ext cx="11055096" cy="4059936"/>
          </a:xfrm>
          <a:prstGeom prst="roundRect">
            <a:avLst>
              <a:gd name="adj" fmla="val 1351"/>
            </a:avLst>
          </a:prstGeom>
          <a:solidFill>
            <a:srgbClr val="13315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5786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OPERATING BACKBONE — ONE GROUP, BURUNDIAN CAPACITY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0976" y="3090672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7" y="32113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99923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and operating team developed — and continues to manage — the Mubuga solar plant (7.5 MW), the country’s first solar IPP (25-year PPA, ~20 remaining), within an IPP portfolio in development.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50976" y="4133088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wh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425378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41648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Agro-industry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oil extraction within our consortium — the network’s waste feedstock: ~800 t/day of residues power the waste-to-energy line; pilot bio-digesters and biogas already underway.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950976" y="5175504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tool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7" y="5296205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5084064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execution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operations, logistics and hydropower carried by the group’s own Burundian teams and industrial capacity.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32688" y="6108192"/>
            <a:ext cx="1033272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32688" y="6163056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what we do best — so that every partner can do what they do best.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× AAIN · PURE Power Program · AAICE 2026 · Bujumbura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partnership sets in motion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EEF4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AAIN BRINGS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The “incubating incubators” methodology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Member cohorts and programs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Mentors and sector experts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158 affiliated universities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AASIA and the technical partnership with the African Union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9310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F8F1E4"/>
          </a:solidFill>
          <a:ln/>
        </p:spPr>
      </p:sp>
      <p:sp>
        <p:nvSpPr>
          <p:cNvPr id="7" name="Text 5"/>
          <p:cNvSpPr/>
          <p:nvPr/>
        </p:nvSpPr>
        <p:spPr>
          <a:xfrm>
            <a:off x="454914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4914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Reliable power and productive equipment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Sites, logistics, management and operations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Usage and payment data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The FAO food-systems anchor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Pilot hubs to national roll-out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19288" y="1371600"/>
            <a:ext cx="3602736" cy="4443984"/>
          </a:xfrm>
          <a:prstGeom prst="roundRect">
            <a:avLst>
              <a:gd name="adj" fmla="val 1523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5727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spc="1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75320" y="2066544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Rural incubation campuses in Burundi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Training by both routes — at the hub and through tele-education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Youth and women first</a:t>
            </a:r>
            <a:endParaRPr lang="en-US" sz="17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 model replicable across AAIN’s continental network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us does what we do best.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× AAIN · PURE Power Program · AAICE 2026 · Bujumbura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cooperation framework — ready to sign at the closing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11055096" cy="676656"/>
          </a:xfrm>
          <a:prstGeom prst="roundRect">
            <a:avLst>
              <a:gd name="adj" fmla="val 6757"/>
            </a:avLst>
          </a:prstGeom>
          <a:solidFill>
            <a:srgbClr val="B07A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25296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 SIGNING THURSDAY, AUGUST 6, CLOSING CEREMONY — DURING THE “SIGNING OF THE COOPERATION FRAMEWORKS”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49424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Rural incubation sites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hubs host AAIN member cohorts and programs in Burundi — co-location from the pilots onward.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58484" y="2084832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9" name="Text 7"/>
          <p:cNvSpPr/>
          <p:nvPr/>
        </p:nvSpPr>
        <p:spPr>
          <a:xfrm>
            <a:off x="6432804" y="2249424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 joint program under AASIA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2804" y="2706624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hubs as deployment campuses for the continental program launched at AAICE 2026.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4023360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187952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Co-designed training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4645152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Curricula by both routes — at the hub, on the equipment, and through accredited tele-education with the universities.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8484" y="4023360"/>
            <a:ext cx="5463540" cy="1810512"/>
          </a:xfrm>
          <a:prstGeom prst="roundRect">
            <a:avLst>
              <a:gd name="adj" fmla="val 2525"/>
            </a:avLst>
          </a:prstGeom>
          <a:solidFill>
            <a:srgbClr val="EE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32804" y="4187952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 continental replication framework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32804" y="4645152"/>
            <a:ext cx="4914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Burundi across the AAIN network — a documented, measured, transferable campus model.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608990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non-binding framework, detailed later through implementation agreements — signable as it stands on Thursday.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× AAIN · PURE Power Program · AAICE 2026 · Bujumbura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 —</a:t>
            </a:r>
            <a:endParaRPr lang="en-US" sz="30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construction site.</a:t>
            </a:r>
            <a:endParaRPr lang="en-US" sz="30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sign Thursday.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139696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campus is under construction. The cooperation framework is ready. See you at the closing ceremony.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3145536"/>
            <a:ext cx="859536" cy="8595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a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236976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056" y="3255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cooperation framework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91056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AAIN × Gigawatt PURE Power Program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4224528"/>
            <a:ext cx="4617720" cy="1517904"/>
          </a:xfrm>
          <a:prstGeom prst="roundRect">
            <a:avLst>
              <a:gd name="adj" fmla="val 3012"/>
            </a:avLst>
          </a:prstGeom>
          <a:solidFill>
            <a:srgbClr val="1D437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89120"/>
            <a:ext cx="41605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CLOSING — THURSDAY, AUGUST 6, 12:30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773168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of the continental AASIA program · signing of the cooperation frameworks · AAICE 2026 communiqué.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13248" y="512064"/>
            <a:ext cx="6263640" cy="585216"/>
          </a:xfrm>
          <a:prstGeom prst="roundRect">
            <a:avLst>
              <a:gd name="adj" fmla="val 7813"/>
            </a:avLst>
          </a:prstGeom>
          <a:solidFill>
            <a:srgbClr val="B07A1E"/>
          </a:solidFill>
          <a:ln/>
        </p:spPr>
      </p:sp>
      <p:sp>
        <p:nvSpPr>
          <p:cNvPr id="12" name="Text 9"/>
          <p:cNvSpPr/>
          <p:nvPr/>
        </p:nvSpPr>
        <p:spPr>
          <a:xfrm>
            <a:off x="5614416" y="5120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BROKEN ON AUGUST 4, 2026 — NYAMUGARI, ALONGSIDE FAO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13248" y="1591056"/>
            <a:ext cx="6263640" cy="4160520"/>
          </a:xfrm>
          <a:prstGeom prst="rect">
            <a:avLst/>
          </a:prstGeom>
          <a:solidFill>
            <a:srgbClr val="1D4370"/>
          </a:solidFill>
          <a:ln/>
        </p:spPr>
      </p:sp>
      <p:pic>
        <p:nvPicPr>
          <p:cNvPr id="14" name="Image 1" descr="gb_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627632"/>
            <a:ext cx="6190488" cy="408371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49824" y="4151376"/>
            <a:ext cx="3977640" cy="1600200"/>
          </a:xfrm>
          <a:prstGeom prst="roundRect">
            <a:avLst>
              <a:gd name="adj" fmla="val 2286"/>
            </a:avLst>
          </a:prstGeom>
          <a:solidFill>
            <a:srgbClr val="1D4370"/>
          </a:solidFill>
          <a:ln/>
        </p:spPr>
      </p:sp>
      <p:sp>
        <p:nvSpPr>
          <p:cNvPr id="16" name="Text 12"/>
          <p:cNvSpPr/>
          <p:nvPr/>
        </p:nvSpPr>
        <p:spPr>
          <a:xfrm>
            <a:off x="5669280" y="427939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Nyamugari (Cankuzo, Buhumuza Province), August 4, 2026 — ground broken on the first agro-energy hub, with Mr. Dadémanao Pissang Tchangaï, FAO Representative in Burundi, Michael Fichtenberg (Gigawatt PURE Power Burundi) and the representative of the Governor of Buhumuza.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2026-08-05T00:26:52Z</dcterms:created>
  <dcterms:modified xsi:type="dcterms:W3CDTF">2026-08-05T00:26:52Z</dcterms:modified>
</cp:coreProperties>
</file>